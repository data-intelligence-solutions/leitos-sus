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única do produto, igual no README, no modelagem_bi e no doc de code: GiroSUS é um painel de Power BI para planejamento da ocupação de leitos do SUS em Goiás, feito com dado oficial e mensal das internações (SIH/SUS). Não é uma ferramenta de gestão de leitos em tempo real. Se perguntarem se usamos uma ferramenta de leito: não. O GiroSUS não usa censo hospitalar, sistema de regulação nem cadastro de leitos; ele mede o uso do leito a partir das internações pagas pelo SUS. O CNES (leitos cadastrados) só foi usado na exploração.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a defasagem não impede a decisão. 1) O painel sempre mostra até onde o dado está completo. 2) As decisões principais usam a safra fechada. 3) Os meses incompletos são completados por estimativa: o atraso da cobrança é estável (65,1% no mesmo mês da alta, 99,4% em até 3 meses, altas de 2024). No teste com 2025, a estimativa errou 8,4% no mês mais recente (contra 29,4% olhando só o que chegou) e 2,7% um mês antes (contra 12,5%). 4) Todo mês o estimado vira real e o painel mostra o placar de acerto. Custo estimado do mês = leitos-dia estimados × R$ por leito-dia dos últimos 3 meses fechados, por grupo de doença: no teste com 2025, erro de 4,8% no mês mais recente (contra 32,2%) e 4,0% um mês antes. Os números saem de testar_estimativa_defasagem.py. Situação hoje: o painel usa a safra 2025 completa; a marcação por mês e o placar entram quando o painel passar a ser atualizado todo mês.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 da apresentação orig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 da apresentação orig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 da apresentação orig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4 da apresentação orig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5 da apresentação orig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6 da apresentação orig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7 da apresentação orig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8 da apresentação orig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9 da apresentação orig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8368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4C1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658368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4C1F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 · A SOLUÇÃO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11556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91C5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 que é o GiroSUS, e o que ele não é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5486400" cy="3703320"/>
          </a:xfrm>
          <a:prstGeom prst="roundRect">
            <a:avLst>
              <a:gd name="adj" fmla="val 4938"/>
            </a:avLst>
          </a:prstGeom>
          <a:solidFill>
            <a:srgbClr val="CEE6FD"/>
          </a:solidFill>
          <a:ln w="12700">
            <a:solidFill>
              <a:srgbClr val="CEE6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2560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40A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EM UMA FRASE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9260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091C5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GiroSUS é um painel de Power BI para </a:t>
            </a:r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091C5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planejamento</a:t>
            </a:r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091C5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da ocupação de leitos do SUS em Goiás, feito com dado oficial e mensal das internações (SIH/SUS).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48006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640A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Não é uma ferramenta de gestão de leitos em tempo real.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22402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1C5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Usamos uma ferramenta de leito?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6974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40A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Não.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949440" y="3474720"/>
            <a:ext cx="329184" cy="329184"/>
          </a:xfrm>
          <a:prstGeom prst="ellipse">
            <a:avLst/>
          </a:prstGeom>
          <a:solidFill>
            <a:srgbClr val="CEE6FD"/>
          </a:solidFill>
          <a:ln w="12700">
            <a:solidFill>
              <a:srgbClr val="CEE6FD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736" y="3557016"/>
            <a:ext cx="164592" cy="16459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424928" y="3456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Não usa censo hospitalar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949440" y="3950208"/>
            <a:ext cx="329184" cy="329184"/>
          </a:xfrm>
          <a:prstGeom prst="ellipse">
            <a:avLst/>
          </a:prstGeom>
          <a:solidFill>
            <a:srgbClr val="CEE6FD"/>
          </a:solidFill>
          <a:ln w="12700">
            <a:solidFill>
              <a:srgbClr val="CEE6F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736" y="4032504"/>
            <a:ext cx="164592" cy="16459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424928" y="3931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Não usa sistema de regulação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949440" y="4425696"/>
            <a:ext cx="329184" cy="329184"/>
          </a:xfrm>
          <a:prstGeom prst="ellipse">
            <a:avLst/>
          </a:prstGeom>
          <a:solidFill>
            <a:srgbClr val="CEE6FD"/>
          </a:solidFill>
          <a:ln w="12700">
            <a:solidFill>
              <a:srgbClr val="CEE6F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4507992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424928" y="4407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Não usa cadastro de leitos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949440" y="4956048"/>
            <a:ext cx="329184" cy="329184"/>
          </a:xfrm>
          <a:prstGeom prst="ellipse">
            <a:avLst/>
          </a:prstGeom>
          <a:solidFill>
            <a:srgbClr val="0640AC"/>
          </a:solidFill>
          <a:ln w="12700">
            <a:solidFill>
              <a:srgbClr val="0640A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5038344"/>
            <a:ext cx="164592" cy="16459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24928" y="4901184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Mede o uso do leito a partir das internações pagas pelo SUS.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 CNES (leitos cadastrados) só foi usado na exploração.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58368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4C1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658368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4C1F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 · A SOLUÇÃO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11556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91C5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Como lidamos com a defasagem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745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 SIH chega com 1 a 2 meses de atraso. O GiroSUS entrega quatro camadas para lidar com isso: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395728"/>
            <a:ext cx="5074920" cy="1783080"/>
          </a:xfrm>
          <a:prstGeom prst="roundRect">
            <a:avLst>
              <a:gd name="adj" fmla="val 8205"/>
            </a:avLst>
          </a:prstGeom>
          <a:solidFill>
            <a:srgbClr val="CEE6FD"/>
          </a:solidFill>
          <a:ln w="12700">
            <a:solidFill>
              <a:srgbClr val="CEE6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624328"/>
            <a:ext cx="457200" cy="457200"/>
          </a:xfrm>
          <a:prstGeom prst="ellipse">
            <a:avLst/>
          </a:prstGeom>
          <a:solidFill>
            <a:srgbClr val="84C1FA"/>
          </a:solidFill>
          <a:ln w="12700">
            <a:solidFill>
              <a:srgbClr val="84C1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1C5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6151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1C5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Transparência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3090672"/>
            <a:ext cx="3977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 painel mostra a data de corte e marca cada mês como fechado, em consolidação ou estimado. O gestor sempre sabe o que já está completo.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2395728"/>
            <a:ext cx="5074920" cy="1783080"/>
          </a:xfrm>
          <a:prstGeom prst="roundRect">
            <a:avLst>
              <a:gd name="adj" fmla="val 8205"/>
            </a:avLst>
          </a:prstGeom>
          <a:solidFill>
            <a:srgbClr val="CEE6FD"/>
          </a:solidFill>
          <a:ln w="12700">
            <a:solidFill>
              <a:srgbClr val="CEE6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624328"/>
            <a:ext cx="457200" cy="457200"/>
          </a:xfrm>
          <a:prstGeom prst="ellipse">
            <a:avLst/>
          </a:prstGeom>
          <a:solidFill>
            <a:srgbClr val="84C1FA"/>
          </a:solidFill>
          <a:ln w="12700">
            <a:solidFill>
              <a:srgbClr val="84C1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1C5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6151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1C5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Decisão baseada em mês fechado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090672"/>
            <a:ext cx="3977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Os números principais, como os leitos presos além do típico e o simulador, usam a safra fechada. A defasagem não muda a decisão, só atrasa o mês mais recente.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4288536"/>
            <a:ext cx="5074920" cy="1783080"/>
          </a:xfrm>
          <a:prstGeom prst="roundRect">
            <a:avLst>
              <a:gd name="adj" fmla="val 8205"/>
            </a:avLst>
          </a:prstGeom>
          <a:solidFill>
            <a:srgbClr val="CEE6FD"/>
          </a:solidFill>
          <a:ln w="12700">
            <a:solidFill>
              <a:srgbClr val="CEE6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4517136"/>
            <a:ext cx="457200" cy="457200"/>
          </a:xfrm>
          <a:prstGeom prst="ellipse">
            <a:avLst/>
          </a:prstGeom>
          <a:solidFill>
            <a:srgbClr val="84C1FA"/>
          </a:solidFill>
          <a:ln w="12700">
            <a:solidFill>
              <a:srgbClr val="84C1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1C5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45079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1C5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Estimativa dos meses incompletos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4983480"/>
            <a:ext cx="3977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 atraso da cobrança é estável: 65% das internações chegam no mesmo mês da alta e 99% em até 3 meses. Testado com 2025: mês mais recente, erro de 8,4% (contra 29% olhando só o que chegou); um mês antes, 2,7%. Aparece como “estimado”, com faixa de erro.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4288536"/>
            <a:ext cx="5074920" cy="1783080"/>
          </a:xfrm>
          <a:prstGeom prst="roundRect">
            <a:avLst>
              <a:gd name="adj" fmla="val 8205"/>
            </a:avLst>
          </a:prstGeom>
          <a:solidFill>
            <a:srgbClr val="CEE6FD"/>
          </a:solidFill>
          <a:ln w="12700">
            <a:solidFill>
              <a:srgbClr val="CEE6F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4517136"/>
            <a:ext cx="457200" cy="457200"/>
          </a:xfrm>
          <a:prstGeom prst="ellipse">
            <a:avLst/>
          </a:prstGeom>
          <a:solidFill>
            <a:srgbClr val="84C1FA"/>
          </a:solidFill>
          <a:ln w="12700">
            <a:solidFill>
              <a:srgbClr val="84C1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1C5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5079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1C5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Atualização mensal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4983480"/>
            <a:ext cx="3977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Todo mês o estimado vira real, e o painel mostra quanto errou (o placar de acerto). Piloto: o hospital contratante pode mandar os dados do mês corrente para ver o “agora” dele.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623620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Custo do mês: </a:t>
            </a:r>
            <a:pPr indent="0" marL="0">
              <a:buNone/>
            </a:pPr>
            <a:r>
              <a:rPr lang="en-US" sz="1250" dirty="0">
                <a:solidFill>
                  <a:srgbClr val="1E3063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leitos-dia estimados × R$ por leito-dia dos últimos 3 meses fechados, por grupo de doença (teste 2025: erro de 4,8%).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0 da apresentação orig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1 da apresentação orig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2 da apresentação orig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3 da apresentação orig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GiroSUS</dc:title>
  <dc:subject>PptxGenJS Presentation</dc:subject>
  <dc:creator>PptxGenJS</dc:creator>
  <cp:lastModifiedBy>PptxGenJS</cp:lastModifiedBy>
  <cp:revision>1</cp:revision>
  <dcterms:created xsi:type="dcterms:W3CDTF">2026-09-30T03:09:35Z</dcterms:created>
  <dcterms:modified xsi:type="dcterms:W3CDTF">2026-09-30T03:09:35Z</dcterms:modified>
</cp:coreProperties>
</file>